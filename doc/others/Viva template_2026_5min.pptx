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2"/>
  </p:notesMasterIdLst>
  <p:sldIdLst>
    <p:sldId id="256" r:id="rId5"/>
    <p:sldId id="281" r:id="rId6"/>
    <p:sldId id="287" r:id="rId7"/>
    <p:sldId id="308" r:id="rId8"/>
    <p:sldId id="294" r:id="rId9"/>
    <p:sldId id="307" r:id="rId10"/>
    <p:sldId id="271" r:id="rId11"/>
  </p:sldIdLst>
  <p:sldSz cx="9144000" cy="5143500" type="screen16x9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Raleway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79766" autoAdjust="0"/>
  </p:normalViewPr>
  <p:slideViewPr>
    <p:cSldViewPr snapToGrid="0">
      <p:cViewPr varScale="1">
        <p:scale>
          <a:sx n="111" d="100"/>
          <a:sy n="111" d="100"/>
        </p:scale>
        <p:origin x="1094" y="6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en Scerri" userId="55cb7fc9-28b9-4724-a249-160cf577d75d" providerId="ADAL" clId="{C3DD8F9E-32A3-4C34-B681-DF2A224A38DD}"/>
    <pc:docChg chg="delSld modSld">
      <pc:chgData name="Daren Scerri" userId="55cb7fc9-28b9-4724-a249-160cf577d75d" providerId="ADAL" clId="{C3DD8F9E-32A3-4C34-B681-DF2A224A38DD}" dt="2026-04-30T10:24:28.597" v="15" actId="47"/>
      <pc:docMkLst>
        <pc:docMk/>
      </pc:docMkLst>
      <pc:sldChg chg="del">
        <pc:chgData name="Daren Scerri" userId="55cb7fc9-28b9-4724-a249-160cf577d75d" providerId="ADAL" clId="{C3DD8F9E-32A3-4C34-B681-DF2A224A38DD}" dt="2026-04-30T10:23:52.196" v="12" actId="47"/>
        <pc:sldMkLst>
          <pc:docMk/>
          <pc:sldMk cId="0" sldId="257"/>
        </pc:sldMkLst>
      </pc:sldChg>
      <pc:sldChg chg="modSp mod">
        <pc:chgData name="Daren Scerri" userId="55cb7fc9-28b9-4724-a249-160cf577d75d" providerId="ADAL" clId="{C3DD8F9E-32A3-4C34-B681-DF2A224A38DD}" dt="2026-04-30T10:23:46.367" v="11" actId="20577"/>
        <pc:sldMkLst>
          <pc:docMk/>
          <pc:sldMk cId="1491059069" sldId="281"/>
        </pc:sldMkLst>
        <pc:spChg chg="mod">
          <ac:chgData name="Daren Scerri" userId="55cb7fc9-28b9-4724-a249-160cf577d75d" providerId="ADAL" clId="{C3DD8F9E-32A3-4C34-B681-DF2A224A38DD}" dt="2026-04-30T10:23:46.367" v="11" actId="20577"/>
          <ac:spMkLst>
            <pc:docMk/>
            <pc:sldMk cId="1491059069" sldId="281"/>
            <ac:spMk id="60" creationId="{00000000-0000-0000-0000-000000000000}"/>
          </ac:spMkLst>
        </pc:spChg>
      </pc:sldChg>
      <pc:sldChg chg="del">
        <pc:chgData name="Daren Scerri" userId="55cb7fc9-28b9-4724-a249-160cf577d75d" providerId="ADAL" clId="{C3DD8F9E-32A3-4C34-B681-DF2A224A38DD}" dt="2026-04-30T10:23:54.909" v="13" actId="47"/>
        <pc:sldMkLst>
          <pc:docMk/>
          <pc:sldMk cId="1722448282" sldId="282"/>
        </pc:sldMkLst>
      </pc:sldChg>
      <pc:sldChg chg="del">
        <pc:chgData name="Daren Scerri" userId="55cb7fc9-28b9-4724-a249-160cf577d75d" providerId="ADAL" clId="{C3DD8F9E-32A3-4C34-B681-DF2A224A38DD}" dt="2026-04-30T10:24:16.341" v="14" actId="47"/>
        <pc:sldMkLst>
          <pc:docMk/>
          <pc:sldMk cId="4147663647" sldId="292"/>
        </pc:sldMkLst>
      </pc:sldChg>
      <pc:sldChg chg="del">
        <pc:chgData name="Daren Scerri" userId="55cb7fc9-28b9-4724-a249-160cf577d75d" providerId="ADAL" clId="{C3DD8F9E-32A3-4C34-B681-DF2A224A38DD}" dt="2026-04-30T10:24:28.597" v="15" actId="47"/>
        <pc:sldMkLst>
          <pc:docMk/>
          <pc:sldMk cId="3603874867" sldId="2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Therefore, this research intends to focus on the recognition and catering of accents within the English spoken language and  we </a:t>
            </a:r>
            <a:r>
              <a:rPr lang="en-GB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hypothesise that…</a:t>
            </a:r>
          </a:p>
          <a:p>
            <a:pPr lvl="0"/>
            <a:endParaRPr lang="en-GB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 address the hypothesis, we ask these 3 research questions to identify the determining factors of accents and how ASR can be enhanced with our research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761439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2149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6524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31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4784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3034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C5A610E-6324-4C28-9F4D-98C43BE8E1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5552" y="1151118"/>
            <a:ext cx="4495740" cy="3420882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7197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800" b="1" dirty="0">
                <a:latin typeface="Raleway"/>
                <a:ea typeface="Raleway"/>
                <a:cs typeface="Raleway"/>
                <a:sym typeface="Raleway"/>
              </a:rPr>
              <a:t>Title</a:t>
            </a:r>
            <a:endParaRPr sz="4800" b="1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5" name="Shape 55"/>
          <p:cNvSpPr txBox="1">
            <a:spLocks noGrp="1"/>
          </p:cNvSpPr>
          <p:nvPr>
            <p:ph type="subTitle" idx="1"/>
          </p:nvPr>
        </p:nvSpPr>
        <p:spPr>
          <a:xfrm>
            <a:off x="311700" y="2834124"/>
            <a:ext cx="8520600" cy="21253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Lato"/>
                <a:ea typeface="Lato"/>
                <a:cs typeface="Lato"/>
                <a:sym typeface="Lato"/>
              </a:rPr>
              <a:t>Author Name Surname </a:t>
            </a:r>
            <a:r>
              <a:rPr lang="en" dirty="0">
                <a:latin typeface="Lato"/>
                <a:ea typeface="Lato"/>
                <a:cs typeface="Lato"/>
                <a:sym typeface="Lato"/>
              </a:rPr>
              <a:t>&amp; </a:t>
            </a:r>
            <a:r>
              <a:rPr lang="en-US" dirty="0">
                <a:latin typeface="Lato"/>
                <a:ea typeface="Lato"/>
                <a:cs typeface="Lato"/>
                <a:sym typeface="Lato"/>
              </a:rPr>
              <a:t>Mentor Name Surname</a:t>
            </a:r>
            <a:endParaRPr lang="en" dirty="0">
              <a:latin typeface="Lato"/>
              <a:ea typeface="Lato"/>
              <a:cs typeface="Lato"/>
              <a:sym typeface="Lat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Lato"/>
                <a:ea typeface="Lato"/>
                <a:cs typeface="Lato"/>
                <a:sym typeface="Lato"/>
              </a:rPr>
              <a:t>Institute of Information &amp; Communication Technology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Lato"/>
                <a:ea typeface="Lato"/>
                <a:cs typeface="Lato"/>
                <a:sym typeface="Lato"/>
              </a:rPr>
              <a:t>MCAST, Paola, Malta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" sz="2400" dirty="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CC284B-5107-E745-9630-DD6C2A410927}"/>
              </a:ext>
            </a:extLst>
          </p:cNvPr>
          <p:cNvCxnSpPr/>
          <p:nvPr/>
        </p:nvCxnSpPr>
        <p:spPr>
          <a:xfrm>
            <a:off x="119270" y="2794483"/>
            <a:ext cx="893196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B8E9EC66-EE26-4981-8CB8-3FF197B22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381" y="4102874"/>
            <a:ext cx="2449919" cy="856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" b="1" dirty="0">
                <a:latin typeface="Raleway"/>
                <a:ea typeface="Raleway"/>
                <a:cs typeface="Raleway"/>
                <a:sym typeface="Raleway"/>
              </a:rPr>
              <a:t>Background, Hypothesis &amp; Questions</a:t>
            </a:r>
            <a:endParaRPr sz="2000" b="1" dirty="0"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6088A9-71E6-8549-BEC2-BFBC476C30CA}"/>
              </a:ext>
            </a:extLst>
          </p:cNvPr>
          <p:cNvCxnSpPr/>
          <p:nvPr/>
        </p:nvCxnSpPr>
        <p:spPr>
          <a:xfrm>
            <a:off x="112892" y="1002955"/>
            <a:ext cx="893196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BEE64-D478-46E3-9F61-901B1B8AD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1059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Methodology</a:t>
            </a:r>
            <a:endParaRPr sz="2000" b="1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A51FA4-09A0-4D72-9DD9-97B75DBE5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6088A9-71E6-8549-BEC2-BFBC476C30CA}"/>
              </a:ext>
            </a:extLst>
          </p:cNvPr>
          <p:cNvCxnSpPr/>
          <p:nvPr/>
        </p:nvCxnSpPr>
        <p:spPr>
          <a:xfrm>
            <a:off x="112892" y="1002955"/>
            <a:ext cx="893196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495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Prototype demonstration</a:t>
            </a:r>
            <a:endParaRPr sz="2000" b="1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A51FA4-09A0-4D72-9DD9-97B75DBE5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6088A9-71E6-8549-BEC2-BFBC476C30CA}"/>
              </a:ext>
            </a:extLst>
          </p:cNvPr>
          <p:cNvCxnSpPr/>
          <p:nvPr/>
        </p:nvCxnSpPr>
        <p:spPr>
          <a:xfrm>
            <a:off x="112892" y="1002955"/>
            <a:ext cx="893196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986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Conclusions</a:t>
            </a:r>
            <a:endParaRPr sz="2000" b="1" dirty="0"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6088A9-71E6-8549-BEC2-BFBC476C30CA}"/>
              </a:ext>
            </a:extLst>
          </p:cNvPr>
          <p:cNvCxnSpPr/>
          <p:nvPr/>
        </p:nvCxnSpPr>
        <p:spPr>
          <a:xfrm>
            <a:off x="112892" y="1002955"/>
            <a:ext cx="893196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C83A401-804E-4E5B-9630-D373582A7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6285" y="1176338"/>
            <a:ext cx="8430046" cy="3344411"/>
          </a:xfrm>
        </p:spPr>
        <p:txBody>
          <a:bodyPr/>
          <a:lstStyle/>
          <a:p>
            <a:endParaRPr lang="en-US" sz="1050" dirty="0"/>
          </a:p>
          <a:p>
            <a:pPr marL="114300" indent="0">
              <a:buNone/>
            </a:pPr>
            <a:endParaRPr lang="en-US" sz="1050" dirty="0"/>
          </a:p>
          <a:p>
            <a:pPr lvl="1">
              <a:spcBef>
                <a:spcPts val="0"/>
              </a:spcBef>
            </a:pPr>
            <a:endParaRPr lang="en-US" sz="800" dirty="0"/>
          </a:p>
          <a:p>
            <a:pPr marL="596900" lvl="1" indent="0">
              <a:spcBef>
                <a:spcPts val="0"/>
              </a:spcBef>
              <a:buNone/>
            </a:pPr>
            <a:endParaRPr lang="en-US" sz="800" dirty="0"/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3567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b="1" dirty="0">
                <a:latin typeface="Raleway"/>
                <a:ea typeface="Raleway"/>
                <a:cs typeface="Raleway"/>
                <a:sym typeface="Raleway"/>
              </a:rPr>
              <a:t>References</a:t>
            </a:r>
            <a:endParaRPr sz="2000" b="1" dirty="0"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6088A9-71E6-8549-BEC2-BFBC476C30CA}"/>
              </a:ext>
            </a:extLst>
          </p:cNvPr>
          <p:cNvCxnSpPr/>
          <p:nvPr/>
        </p:nvCxnSpPr>
        <p:spPr>
          <a:xfrm>
            <a:off x="112892" y="1002955"/>
            <a:ext cx="893196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C83A401-804E-4E5B-9630-D373582A7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6285" y="1176338"/>
            <a:ext cx="8430046" cy="3344411"/>
          </a:xfrm>
        </p:spPr>
        <p:txBody>
          <a:bodyPr/>
          <a:lstStyle/>
          <a:p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793795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0316E-7EDB-6341-901B-EA548A0F0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49"/>
            <a:ext cx="8520600" cy="1294715"/>
          </a:xfrm>
        </p:spPr>
        <p:txBody>
          <a:bodyPr/>
          <a:lstStyle/>
          <a:p>
            <a:r>
              <a:rPr lang="en-US" b="1" dirty="0">
                <a:latin typeface="Raleway" panose="020B0604020202020204" charset="0"/>
              </a:rPr>
              <a:t>Thank you</a:t>
            </a:r>
            <a:br>
              <a:rPr lang="en-US" dirty="0"/>
            </a:br>
            <a:br>
              <a:rPr lang="en-US" sz="800" dirty="0"/>
            </a:br>
            <a:r>
              <a:rPr lang="en-US" sz="2000" dirty="0"/>
              <a:t>Name Surname, </a:t>
            </a:r>
            <a:r>
              <a:rPr lang="en-US" sz="2000"/>
              <a:t>Daren Scerri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3DAA63-4D00-0147-B9CF-24027D8A2FAF}"/>
              </a:ext>
            </a:extLst>
          </p:cNvPr>
          <p:cNvCxnSpPr/>
          <p:nvPr/>
        </p:nvCxnSpPr>
        <p:spPr>
          <a:xfrm>
            <a:off x="112644" y="2939288"/>
            <a:ext cx="893196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59AEA123-F6BA-4DF5-9223-7478E8C81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742" y="3538134"/>
            <a:ext cx="3980515" cy="139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69413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17de636-3a20-4426-b1f0-60844d1a7157">
      <Terms xmlns="http://schemas.microsoft.com/office/infopath/2007/PartnerControls"/>
    </lcf76f155ced4ddcb4097134ff3c332f>
    <TaxCatchAll xmlns="10616529-6cb0-43d7-b865-4daf29c215d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9C9BAE85AC824696340B84EAE46327" ma:contentTypeVersion="11" ma:contentTypeDescription="Create a new document." ma:contentTypeScope="" ma:versionID="91c83a4d36b47cc159eeda212718ddf0">
  <xsd:schema xmlns:xsd="http://www.w3.org/2001/XMLSchema" xmlns:xs="http://www.w3.org/2001/XMLSchema" xmlns:p="http://schemas.microsoft.com/office/2006/metadata/properties" xmlns:ns2="d17de636-3a20-4426-b1f0-60844d1a7157" xmlns:ns3="10616529-6cb0-43d7-b865-4daf29c215d1" targetNamespace="http://schemas.microsoft.com/office/2006/metadata/properties" ma:root="true" ma:fieldsID="13275efd5248ad822b5e77de4a07ba8d" ns2:_="" ns3:_="">
    <xsd:import namespace="d17de636-3a20-4426-b1f0-60844d1a7157"/>
    <xsd:import namespace="10616529-6cb0-43d7-b865-4daf29c215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7de636-3a20-4426-b1f0-60844d1a71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2918eac-b98b-469d-b8dc-95a04dc6b2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616529-6cb0-43d7-b865-4daf29c215d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20ab9d1-06af-43b9-afbb-b6bc8d8b69e8}" ma:internalName="TaxCatchAll" ma:showField="CatchAllData" ma:web="10616529-6cb0-43d7-b865-4daf29c215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CE82D3-3DAB-415F-ABBA-4A99DAAF722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90FCD54-7BE1-4DF4-80C3-33338D52714A}"/>
</file>

<file path=customXml/itemProps3.xml><?xml version="1.0" encoding="utf-8"?>
<ds:datastoreItem xmlns:ds="http://schemas.openxmlformats.org/officeDocument/2006/customXml" ds:itemID="{78727EC3-027E-415E-8E65-39AD526860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2208</TotalTime>
  <Words>89</Words>
  <Application>Microsoft Office PowerPoint</Application>
  <PresentationFormat>On-screen Show (16:9)</PresentationFormat>
  <Paragraphs>16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Lato</vt:lpstr>
      <vt:lpstr>Arial</vt:lpstr>
      <vt:lpstr>Raleway</vt:lpstr>
      <vt:lpstr>Simple Light</vt:lpstr>
      <vt:lpstr>Title</vt:lpstr>
      <vt:lpstr>Background, Hypothesis &amp; Questions</vt:lpstr>
      <vt:lpstr>Methodology</vt:lpstr>
      <vt:lpstr>Prototype demonstration</vt:lpstr>
      <vt:lpstr>Conclusions</vt:lpstr>
      <vt:lpstr>References</vt:lpstr>
      <vt:lpstr>Thank you  Name Surname, Daren Scerri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cp:lastModifiedBy>Daren Scerri</cp:lastModifiedBy>
  <cp:revision>171</cp:revision>
  <dcterms:modified xsi:type="dcterms:W3CDTF">2026-04-30T10:24:37Z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0x0101008B9C9BAE85AC824696340B84EAE46327</vt:lpwstr>
  </property>
</Properties>
</file>